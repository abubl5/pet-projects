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8907f91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8907f91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8907f915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8907f915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d8907f91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d8907f91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d8907f91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d8907f91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d8907f915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d8907f915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8907f915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d8907f91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d8907f915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d8907f915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d8907f915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d8907f915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Кейс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	“Бой без правил”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Львов Алексей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6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Руководитель А - друг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Руководитель В - враг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75" y="1058575"/>
            <a:ext cx="7846125" cy="38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4712725" y="143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График для победы А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 ср. вовлеченности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Вывод к слайду 2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На графиках видно, что пользователи с подпиской A демонстрируют существенно более высокую </a:t>
            </a:r>
            <a:r>
              <a:rPr b="1" lang="ru" sz="1400">
                <a:solidFill>
                  <a:schemeClr val="dk1"/>
                </a:solidFill>
              </a:rPr>
              <a:t>вовлеченность</a:t>
            </a:r>
            <a:r>
              <a:rPr b="1" lang="ru" sz="1400">
                <a:solidFill>
                  <a:schemeClr val="dk1"/>
                </a:solidFill>
              </a:rPr>
              <a:t>, чем пользователи B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Среднее количество просмотренных видео по продукту A — 216,3, в то время как по B — всего 30,2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Распределение </a:t>
            </a:r>
            <a:r>
              <a:rPr b="1" lang="ru" sz="1400">
                <a:solidFill>
                  <a:schemeClr val="dk1"/>
                </a:solidFill>
              </a:rPr>
              <a:t>вовлеченности</a:t>
            </a:r>
            <a:r>
              <a:rPr b="1" lang="ru" sz="1400">
                <a:solidFill>
                  <a:schemeClr val="dk1"/>
                </a:solidFill>
              </a:rPr>
              <a:t> показывает, что большая часть пользователей A активно потребляют контент, а пользователи B практически не проявляют интерес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</a:rPr>
              <a:t>Вывод</a:t>
            </a:r>
            <a:r>
              <a:rPr b="1" lang="ru" sz="1400">
                <a:solidFill>
                  <a:schemeClr val="dk1"/>
                </a:solidFill>
              </a:rPr>
              <a:t>: продукт A обеспечивает значительно большую </a:t>
            </a:r>
            <a:r>
              <a:rPr b="1" lang="ru" sz="1400">
                <a:solidFill>
                  <a:schemeClr val="dk1"/>
                </a:solidFill>
              </a:rPr>
              <a:t>вовлеченность</a:t>
            </a:r>
            <a:r>
              <a:rPr b="1" lang="ru" sz="1400">
                <a:solidFill>
                  <a:schemeClr val="dk1"/>
                </a:solidFill>
              </a:rPr>
              <a:t>, и именно его стоит выбрать для масштабирования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43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Руководитель В - друг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Руководитель А - враг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00" y="1033675"/>
            <a:ext cx="7794476" cy="38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4712725" y="143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График для победы 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 ср. вовлеченности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 к слайду 4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chemeClr val="dk1"/>
                </a:solidFill>
              </a:rPr>
              <a:t>На графиках видно, что пользователи с подпиской B демонстрируют заметно более высокую </a:t>
            </a:r>
            <a:r>
              <a:rPr b="1" lang="ru" sz="1400">
                <a:solidFill>
                  <a:schemeClr val="dk1"/>
                </a:solidFill>
              </a:rPr>
              <a:t>вовлеченность</a:t>
            </a:r>
            <a:r>
              <a:rPr b="1" lang="ru" sz="1400">
                <a:solidFill>
                  <a:schemeClr val="dk1"/>
                </a:solidFill>
              </a:rPr>
              <a:t>, чем пользователи A.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Среднее количество просмотренных видео по продукту B — 220,9, в то время как по A — только 29,4.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ru" sz="1400">
                <a:solidFill>
                  <a:schemeClr val="dk1"/>
                </a:solidFill>
              </a:rPr>
              <a:t>Распределение </a:t>
            </a:r>
            <a:r>
              <a:rPr b="1" lang="ru" sz="1400">
                <a:solidFill>
                  <a:schemeClr val="dk1"/>
                </a:solidFill>
              </a:rPr>
              <a:t>вовлеченности</a:t>
            </a:r>
            <a:r>
              <a:rPr b="1" lang="ru" sz="1400">
                <a:solidFill>
                  <a:schemeClr val="dk1"/>
                </a:solidFill>
              </a:rPr>
              <a:t> показывает, что пользователи B активно смотрят контент, а пользователи А п</a:t>
            </a:r>
            <a:r>
              <a:rPr b="1" lang="ru" sz="1400">
                <a:solidFill>
                  <a:schemeClr val="dk1"/>
                </a:solidFill>
              </a:rPr>
              <a:t>роявляют</a:t>
            </a:r>
            <a:r>
              <a:rPr b="1" lang="ru" sz="1400">
                <a:solidFill>
                  <a:schemeClr val="dk1"/>
                </a:solidFill>
              </a:rPr>
              <a:t> минимальную активность.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</a:rPr>
              <a:t>Вывод:</a:t>
            </a:r>
            <a:r>
              <a:rPr b="1" lang="ru" sz="1400">
                <a:solidFill>
                  <a:schemeClr val="dk1"/>
                </a:solidFill>
              </a:rPr>
              <a:t> продукт B демонстрирует лучший результат по </a:t>
            </a:r>
            <a:r>
              <a:rPr b="1" lang="ru" sz="1400">
                <a:solidFill>
                  <a:schemeClr val="dk1"/>
                </a:solidFill>
              </a:rPr>
              <a:t>вовлеченности</a:t>
            </a:r>
            <a:r>
              <a:rPr b="1" lang="ru" sz="1400">
                <a:solidFill>
                  <a:schemeClr val="dk1"/>
                </a:solidFill>
              </a:rPr>
              <a:t>, и именно его следует рекомендовать к запуску.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516675" y="13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Распределение по полу и возрасту, А - друг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75" y="972100"/>
            <a:ext cx="8110649" cy="401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 по полу и возрасту, А - друг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600">
                <a:solidFill>
                  <a:schemeClr val="dk1"/>
                </a:solidFill>
              </a:rPr>
              <a:t>По полу: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Среди мужчин пользователи продукта A смотрят в среднем в 5–6 раз больше видео, чем мужчины с продуктом B.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Среди женщин наблюдается аналогичная тенденция — A демонстрирует более высокий уровень </a:t>
            </a:r>
            <a:r>
              <a:rPr b="1" lang="ru" sz="5600">
                <a:solidFill>
                  <a:schemeClr val="dk1"/>
                </a:solidFill>
              </a:rPr>
              <a:t>вовлеченности</a:t>
            </a:r>
            <a:r>
              <a:rPr b="1" lang="ru" sz="5600">
                <a:solidFill>
                  <a:schemeClr val="dk1"/>
                </a:solidFill>
              </a:rPr>
              <a:t>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600">
                <a:solidFill>
                  <a:schemeClr val="dk1"/>
                </a:solidFill>
              </a:rPr>
              <a:t>По возрасту: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Во всех возрастных категориях (молодые, средний возраст, старшие пользователи) продукт A стабильно показывает более высокий средний просмотр видео.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Особенно сильное преимущество наблюдается у пользователей до 30 лет, где </a:t>
            </a:r>
            <a:r>
              <a:rPr b="1" lang="ru" sz="5600">
                <a:solidFill>
                  <a:schemeClr val="dk1"/>
                </a:solidFill>
              </a:rPr>
              <a:t>вовлеченность</a:t>
            </a:r>
            <a:r>
              <a:rPr b="1" lang="ru" sz="5600">
                <a:solidFill>
                  <a:schemeClr val="dk1"/>
                </a:solidFill>
              </a:rPr>
              <a:t> по A превышает B почти вдвое.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600">
                <a:solidFill>
                  <a:schemeClr val="dk1"/>
                </a:solidFill>
              </a:rPr>
              <a:t>Вывод: независимо от пола и возраста, пользователи продукта A демонстрируют более высокую </a:t>
            </a:r>
            <a:r>
              <a:rPr b="1" lang="ru" sz="5600">
                <a:solidFill>
                  <a:schemeClr val="dk1"/>
                </a:solidFill>
              </a:rPr>
              <a:t>вовлеченность</a:t>
            </a:r>
            <a:r>
              <a:rPr b="1" lang="ru" sz="5600">
                <a:solidFill>
                  <a:schemeClr val="dk1"/>
                </a:solidFill>
              </a:rPr>
              <a:t>. Это подтверждает, что продукт A является наиболее перспективным для развития.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511100" y="18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Распределение по полу и возрасту, В - друг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0" y="961975"/>
            <a:ext cx="8121799" cy="40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 по полу и возрасту  В - друг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600">
                <a:solidFill>
                  <a:schemeClr val="dk1"/>
                </a:solidFill>
              </a:rPr>
              <a:t>По полу: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Среди мужчин пользователи продукта B смотрят в среднем почти в 7 раз больше видео, чем мужчины с продуктом A.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Среди женщин также заметно преимущество — средняя вовлечённость по B выше на десятки процентов.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600">
                <a:solidFill>
                  <a:schemeClr val="dk1"/>
                </a:solidFill>
              </a:rPr>
              <a:t>По возрасту: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Преимущество продукта B особенно выражено среди молодой аудитории (до 25 лет) — именно здесь продукт показывает максимальную активность.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5600">
                <a:solidFill>
                  <a:schemeClr val="dk1"/>
                </a:solidFill>
              </a:rPr>
              <a:t>В старших возрастных категориях пользователи B остаются активнее, чем пользователи A.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5600">
                <a:solidFill>
                  <a:schemeClr val="dk1"/>
                </a:solidFill>
              </a:rPr>
              <a:t> Вывод: продукт B демонстрирует уверенное превосходство по всем демографическим группам — и среди мужчин, и среди женщин, и по всем возрастам. Это делает продукт B лучшим выбором для дальнейшего масштабирования.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